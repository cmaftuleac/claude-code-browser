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8" d="100"/>
          <a:sy n="118" d="100"/>
        </p:scale>
        <p:origin x="21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-solution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-solu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-solution-beyond-c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9-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Fineguide.AI</cp:lastModifiedBy>
  <cp:revision>2</cp:revision>
  <dcterms:created xsi:type="dcterms:W3CDTF">2013-01-27T09:14:16Z</dcterms:created>
  <dcterms:modified xsi:type="dcterms:W3CDTF">2026-05-27T14:48:55Z</dcterms:modified>
  <cp:category/>
</cp:coreProperties>
</file>